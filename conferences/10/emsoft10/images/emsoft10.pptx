
<file path=[Content_Types].xml><?xml version="1.0" encoding="utf-8"?>
<Types xmlns="http://schemas.openxmlformats.org/package/2006/content-types"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0.xml" ContentType="application/vnd.openxmlformats-officedocument.presentationml.slideLayout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CC9900"/>
  </p:clrMru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93" d="100"/>
          <a:sy n="93" d="100"/>
        </p:scale>
        <p:origin x="-858" y="-9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8028800" cy="78028800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ableStyles" Target="tableStyles.xml"/><Relationship Id="rId5" Type="http://schemas.openxmlformats.org/officeDocument/2006/relationships/theme" Target="theme/theme1.xml"/><Relationship Id="rId4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1/13/2010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1/13/2010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1/13/2010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1/13/2010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1/13/2010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1/13/2010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Box 3"/>
          <p:cNvSpPr txBox="1"/>
          <p:nvPr/>
        </p:nvSpPr>
        <p:spPr>
          <a:xfrm>
            <a:off x="1905000" y="2971800"/>
            <a:ext cx="7010400" cy="1754326"/>
          </a:xfrm>
          <a:prstGeom prst="rect">
            <a:avLst/>
          </a:prstGeom>
          <a:blipFill>
            <a:blip r:embed="rId2" cstate="print"/>
            <a:tile tx="0" ty="0" sx="100000" sy="100000" flip="none" algn="tl"/>
          </a:blipFill>
        </p:spPr>
        <p:txBody>
          <a:bodyPr wrap="square" rtlCol="0">
            <a:spAutoFit/>
          </a:bodyPr>
          <a:lstStyle/>
          <a:p>
            <a:r>
              <a:rPr lang="en-US" sz="4800" dirty="0" smtClean="0">
                <a:effectLst>
                  <a:outerShdw blurRad="38100" dist="38100" dir="2700000" algn="tl">
                    <a:srgbClr val="000000">
                      <a:alpha val="43137"/>
                    </a:srgbClr>
                  </a:outerShdw>
                </a:effectLst>
                <a:latin typeface="Arial Rounded MT Bold" pitchFamily="34" charset="0"/>
              </a:rPr>
              <a:t>EMSOFT 2010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International Conference on Embedded Software</a:t>
            </a:r>
          </a:p>
          <a:p>
            <a:pPr>
              <a:lnSpc>
                <a:spcPct val="150000"/>
              </a:lnSpc>
            </a:pPr>
            <a:r>
              <a:rPr lang="en-US" sz="2000" dirty="0" smtClean="0">
                <a:latin typeface="Arial" pitchFamily="34" charset="0"/>
                <a:cs typeface="Arial" pitchFamily="34" charset="0"/>
              </a:rPr>
              <a:t>October 24-29, Scottsdale, Arizona</a:t>
            </a:r>
            <a:endParaRPr lang="en-US" sz="2000" dirty="0">
              <a:latin typeface="Arial" pitchFamily="34" charset="0"/>
              <a:cs typeface="Arial" pitchFamily="34" charset="0"/>
            </a:endParaRP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13</Words>
  <Application>Microsoft Office PowerPoint</Application>
  <PresentationFormat>On-screen Show (4:3)</PresentationFormat>
  <Paragraphs>3</Paragraphs>
  <Slides>1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2" baseType="lpstr">
      <vt:lpstr>Office Theme</vt:lpstr>
      <vt:lpstr>Slide 1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Slide 1</dc:title>
  <dc:creator/>
  <cp:lastModifiedBy>owner</cp:lastModifiedBy>
  <cp:revision>1</cp:revision>
  <dcterms:created xsi:type="dcterms:W3CDTF">2006-08-16T00:00:00Z</dcterms:created>
  <dcterms:modified xsi:type="dcterms:W3CDTF">2010-01-13T19:47:46Z</dcterms:modified>
</cp:coreProperties>
</file>